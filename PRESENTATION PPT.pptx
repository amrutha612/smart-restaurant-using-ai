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ZOzjxz+OMzpQ8Z+dgxbecLZyO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4" name="Google Shape;24;p28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5" name="Google Shape;25;p2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" name="Google Shape;27;p28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28" name="Google Shape;28;p28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9" name="Google Shape;29;p2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482AB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8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82AB">
                <a:alpha val="49803"/>
              </a:srgbClr>
            </a:solidFill>
            <a:ln>
              <a:noFill/>
            </a:ln>
          </p:spPr>
        </p:sp>
        <p:sp>
          <p:nvSpPr>
            <p:cNvPr id="31" name="Google Shape;31;p28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2" name="Google Shape;32;p28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6294">
                <a:alpha val="80000"/>
              </a:srgbClr>
            </a:solidFill>
            <a:ln>
              <a:noFill/>
            </a:ln>
          </p:spPr>
        </p:sp>
        <p:sp>
          <p:nvSpPr>
            <p:cNvPr id="33" name="Google Shape;33;p2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482AB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8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3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0" name="Google Shape;70;p34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2" name="Google Shape;72;p34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3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6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6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36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3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9" name="Google Shape;89;p3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8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8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38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3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38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76CEE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38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76CEE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9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9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3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0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0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40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4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40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76CEE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40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0" u="none" cap="none" strike="noStrike">
                <a:solidFill>
                  <a:srgbClr val="76CEE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1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1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41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4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2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4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3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3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4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27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27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27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0" name="Google Shape;10;p27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27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482AB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7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82AB">
                <a:alpha val="49803"/>
              </a:srgbClr>
            </a:solidFill>
            <a:ln>
              <a:noFill/>
            </a:ln>
          </p:spPr>
        </p:sp>
        <p:sp>
          <p:nvSpPr>
            <p:cNvPr id="13" name="Google Shape;13;p27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4" name="Google Shape;14;p27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6294">
                <a:alpha val="80000"/>
              </a:srgbClr>
            </a:solidFill>
            <a:ln>
              <a:noFill/>
            </a:ln>
          </p:spPr>
        </p:sp>
        <p:sp>
          <p:nvSpPr>
            <p:cNvPr id="15" name="Google Shape;15;p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482AB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9FBFC"/>
            </a:gs>
            <a:gs pos="73000">
              <a:srgbClr val="F9FBFC"/>
            </a:gs>
            <a:gs pos="100000">
              <a:srgbClr val="CDDDEA"/>
            </a:gs>
          </a:gsLst>
          <a:lin ang="5400000" scaled="0"/>
        </a:gra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>
            <p:ph type="ctrTitle"/>
          </p:nvPr>
        </p:nvSpPr>
        <p:spPr>
          <a:xfrm>
            <a:off x="2414163" y="1923245"/>
            <a:ext cx="7024547" cy="2040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400"/>
              <a:buFont typeface="Georgia"/>
              <a:buNone/>
            </a:pPr>
            <a:r>
              <a:rPr lang="en-IN">
                <a:solidFill>
                  <a:srgbClr val="0C0C0C"/>
                </a:solidFill>
              </a:rPr>
              <a:t>SMART RESTAURANT USING AI</a:t>
            </a:r>
            <a:endParaRPr/>
          </a:p>
        </p:txBody>
      </p:sp>
      <p:sp>
        <p:nvSpPr>
          <p:cNvPr id="144" name="Google Shape;144;p1"/>
          <p:cNvSpPr txBox="1"/>
          <p:nvPr>
            <p:ph idx="1" type="subTitle"/>
          </p:nvPr>
        </p:nvSpPr>
        <p:spPr>
          <a:xfrm>
            <a:off x="6739892" y="4265636"/>
            <a:ext cx="46206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IN" sz="2200">
                <a:solidFill>
                  <a:srgbClr val="503D1A"/>
                </a:solidFill>
              </a:rPr>
              <a:t>Prepared By: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IN" sz="2000">
                <a:solidFill>
                  <a:srgbClr val="503D1A"/>
                </a:solidFill>
              </a:rPr>
              <a:t>       Fathimath Rumaisa K. H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IN" sz="2000">
                <a:solidFill>
                  <a:srgbClr val="503D1A"/>
                </a:solidFill>
              </a:rPr>
              <a:t>       Amrutha Balan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IN" sz="2000">
                <a:solidFill>
                  <a:srgbClr val="503D1A"/>
                </a:solidFill>
              </a:rPr>
              <a:t>       Krithi Rai K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428986" y="373331"/>
            <a:ext cx="10058400" cy="1073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eorgia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Introduction</a:t>
            </a:r>
            <a:r>
              <a:rPr lang="en-IN"/>
              <a:t> :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428986" y="1747777"/>
            <a:ext cx="103008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systems often lack personalized recommendations hindering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satisfaction and operational effectiveness. Our proposed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AI-enabled Smart Restaurant utilizes dynamic recommendations generated through Convolutional Autoencoder analysis. This innovative system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customer satisfaction, ensuring optimal dining experiences and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driving business growth in the competitive hospitality sector.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9FBFC"/>
            </a:gs>
            <a:gs pos="37000">
              <a:srgbClr val="F9FBFC"/>
            </a:gs>
            <a:gs pos="81000">
              <a:srgbClr val="CDDDEA"/>
            </a:gs>
            <a:gs pos="100000">
              <a:srgbClr val="CDDDEA"/>
            </a:gs>
          </a:gsLst>
          <a:lin ang="540000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/>
        </p:nvSpPr>
        <p:spPr>
          <a:xfrm flipH="1">
            <a:off x="281995" y="231414"/>
            <a:ext cx="6905208" cy="8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Methodology:</a:t>
            </a:r>
            <a:endParaRPr b="0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304672" y="6314330"/>
            <a:ext cx="2475571" cy="477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Figure: </a:t>
            </a:r>
            <a:r>
              <a:rPr b="0" i="0" lang="en-I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diagram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853" y="621968"/>
            <a:ext cx="6632293" cy="561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/>
          <p:nvPr>
            <p:ph type="title"/>
          </p:nvPr>
        </p:nvSpPr>
        <p:spPr>
          <a:xfrm>
            <a:off x="462844" y="175713"/>
            <a:ext cx="1031044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IN" u="sng"/>
              <a:t>Convolutional Autoencoder</a:t>
            </a:r>
            <a:r>
              <a:rPr b="1" lang="en-IN"/>
              <a:t> (CAE):</a:t>
            </a:r>
            <a:br>
              <a:rPr b="1" lang="en-IN"/>
            </a:b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462844" y="1354489"/>
            <a:ext cx="9384600" cy="5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convolutional autoencoder is an innovative approach that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leverages deep learning techniques to capture complex patterns in user-item interactions. 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Encoder: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encoder component compresses the high-dimensional adjacency matrix into a lower-dimensional feature space while preserving essential relational information.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Decoder: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decoder component reconstructs the original adjacency matrix from the learned low-dimensional representation, aiming to minimize the reconstruction error between the input and output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/>
              <a:t>    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matrices during training.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/>
        </p:nvSpPr>
        <p:spPr>
          <a:xfrm>
            <a:off x="182455" y="266885"/>
            <a:ext cx="817446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WORKING OF CONVOLUTIONAL AUTOENCODER: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3315695" y="5439472"/>
            <a:ext cx="465946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 : Architecture of convolutional autoencoder </a:t>
            </a:r>
            <a:endParaRPr/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677" y="1346951"/>
            <a:ext cx="7919500" cy="3999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1881" r="1880" t="0"/>
          <a:stretch/>
        </p:blipFill>
        <p:spPr>
          <a:xfrm>
            <a:off x="3750197" y="727897"/>
            <a:ext cx="4781552" cy="5452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341906" y="143123"/>
            <a:ext cx="81898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Summary of the model : 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4780344" y="6389224"/>
            <a:ext cx="30672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 : summary of the model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>
            <a:off x="368357" y="808759"/>
            <a:ext cx="9608075" cy="3769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Webpage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smart restaurant webpage likely features a login page where user can authenticate themselves, accessing features such as personalized recommendations. The menu page would likely showcase restaurant’s offerings with price. Our webpage aims to provide a convenient and enjoyable way for customers to explore restaurant’s offerings.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6"/>
          <p:cNvGrpSpPr/>
          <p:nvPr/>
        </p:nvGrpSpPr>
        <p:grpSpPr>
          <a:xfrm>
            <a:off x="1257782" y="1331089"/>
            <a:ext cx="9676435" cy="4611648"/>
            <a:chOff x="350203" y="2481849"/>
            <a:chExt cx="9262719" cy="2871689"/>
          </a:xfrm>
        </p:grpSpPr>
        <p:pic>
          <p:nvPicPr>
            <p:cNvPr id="188" name="Google Shape;18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0203" y="2690983"/>
              <a:ext cx="4221798" cy="22327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6"/>
            <p:cNvGrpSpPr/>
            <p:nvPr/>
          </p:nvGrpSpPr>
          <p:grpSpPr>
            <a:xfrm>
              <a:off x="4886519" y="2481849"/>
              <a:ext cx="4726403" cy="2871689"/>
              <a:chOff x="0" y="0"/>
              <a:chExt cx="5500469" cy="3536766"/>
            </a:xfrm>
          </p:grpSpPr>
          <p:sp>
            <p:nvSpPr>
              <p:cNvPr id="190" name="Google Shape;190;p26"/>
              <p:cNvSpPr/>
              <p:nvPr/>
            </p:nvSpPr>
            <p:spPr>
              <a:xfrm>
                <a:off x="2715451" y="0"/>
                <a:ext cx="70393" cy="282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6350" lvl="0" marL="6350" marR="106045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IN" sz="1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6"/>
              <p:cNvSpPr/>
              <p:nvPr/>
            </p:nvSpPr>
            <p:spPr>
              <a:xfrm>
                <a:off x="5430076" y="2892933"/>
                <a:ext cx="70393" cy="282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6350" lvl="0" marL="6350" marR="106045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IN" sz="15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6"/>
              <p:cNvSpPr/>
              <p:nvPr/>
            </p:nvSpPr>
            <p:spPr>
              <a:xfrm>
                <a:off x="622" y="3085147"/>
                <a:ext cx="5429377" cy="19812"/>
              </a:xfrm>
              <a:custGeom>
                <a:rect b="b" l="l" r="r" t="t"/>
                <a:pathLst>
                  <a:path extrusionOk="0" h="19812" w="5429377">
                    <a:moveTo>
                      <a:pt x="0" y="0"/>
                    </a:moveTo>
                    <a:lnTo>
                      <a:pt x="5429377" y="0"/>
                    </a:lnTo>
                    <a:lnTo>
                      <a:pt x="5429377" y="19812"/>
                    </a:lnTo>
                    <a:lnTo>
                      <a:pt x="0" y="1981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6"/>
              <p:cNvSpPr/>
              <p:nvPr/>
            </p:nvSpPr>
            <p:spPr>
              <a:xfrm>
                <a:off x="2715451" y="3142663"/>
                <a:ext cx="51809" cy="207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6350" lvl="0" marL="6350" marR="106045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IN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6"/>
              <p:cNvSpPr/>
              <p:nvPr/>
            </p:nvSpPr>
            <p:spPr>
              <a:xfrm>
                <a:off x="2227516" y="3328845"/>
                <a:ext cx="134668" cy="207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6350" lvl="0" marL="6350" marR="106045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6"/>
              <p:cNvSpPr/>
              <p:nvPr/>
            </p:nvSpPr>
            <p:spPr>
              <a:xfrm>
                <a:off x="2328101" y="3328845"/>
                <a:ext cx="1786102" cy="207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6350" lvl="0" marL="6350" marR="106045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6"/>
              <p:cNvSpPr/>
              <p:nvPr/>
            </p:nvSpPr>
            <p:spPr>
              <a:xfrm>
                <a:off x="3669475" y="3328845"/>
                <a:ext cx="51809" cy="207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6350" lvl="0" marL="6350" marR="106045" rtl="0" algn="l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IN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b="0" i="0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7" name="Google Shape;197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245808"/>
                <a:ext cx="5422900" cy="28136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461108" y="239035"/>
            <a:ext cx="3852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r>
              <a:rPr b="0" i="0" lang="en-IN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461108" y="1158685"/>
            <a:ext cx="9655165" cy="3077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Gradio</a:t>
            </a: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Gradio is used for developing the graphical user interface. Here a GUI is developed using gradio which takes an image as input, then calls the predict function provided for prediction based on our model and gives the class name as output.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3" y="4160432"/>
            <a:ext cx="8332486" cy="269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/>
          <p:nvPr>
            <p:ph type="title"/>
          </p:nvPr>
        </p:nvSpPr>
        <p:spPr>
          <a:xfrm>
            <a:off x="174109" y="120739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eorgia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Conclusion </a:t>
            </a:r>
            <a:r>
              <a:rPr lang="en-IN"/>
              <a:t>: </a:t>
            </a: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174109" y="1730083"/>
            <a:ext cx="10289405" cy="3139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Crafting a groundbreaking dining experience, our Smart Restaurant project pioneers the integration of AI to deliver personalized recommendations.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convolutional autoencoder technology for recommendations. In today's fast-paced world, where personalized experiences are valued, our project stands as a beacon of innovation, showcasing the transformative power of AI in enhancing everyday interactions and shaping the future of dining.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type="title"/>
          </p:nvPr>
        </p:nvSpPr>
        <p:spPr>
          <a:xfrm>
            <a:off x="358814" y="196770"/>
            <a:ext cx="9699585" cy="1412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Georgia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References :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682906" y="1840376"/>
            <a:ext cx="9549114" cy="3584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Zhang, Su-Zhi, Peng-Hui Li, and Xiao-Ni Chen. "Collaborative Convolution AutoEncoder for Recommendation Systems." Proceedings of the 2019 8th International Conference on Networks, Communication and Computing. 2019.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2. Xue, G., Liu, S., &amp; Ma, Y. (2020). A hybrid deep learning-based fruit classification using attention model and convolution autoencoder. Complex &amp; Intelligent Systems, 1-11.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3222044" y="2494508"/>
            <a:ext cx="518326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IN" sz="6600" u="none" cap="none" strike="noStrike">
                <a:solidFill>
                  <a:srgbClr val="503D1A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1" i="0" sz="6600" u="none" cap="none" strike="noStrike">
              <a:solidFill>
                <a:srgbClr val="503D1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2023-11-29T08:36:09Z</dcterms:created>
  <dc:creator>gckcs5</dc:creator>
</cp:coreProperties>
</file>